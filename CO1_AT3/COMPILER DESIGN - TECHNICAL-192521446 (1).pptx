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7"/>
  </p:notesMasterIdLst>
  <p:handoutMasterIdLst>
    <p:handoutMasterId r:id="rId18"/>
  </p:handoutMasterIdLst>
  <p:sldIdLst>
    <p:sldId id="256" r:id="rId5"/>
    <p:sldId id="277" r:id="rId6"/>
    <p:sldId id="261" r:id="rId7"/>
    <p:sldId id="262" r:id="rId8"/>
    <p:sldId id="264" r:id="rId9"/>
    <p:sldId id="278" r:id="rId10"/>
    <p:sldId id="292" r:id="rId11"/>
    <p:sldId id="293" r:id="rId12"/>
    <p:sldId id="260" r:id="rId13"/>
    <p:sldId id="282" r:id="rId14"/>
    <p:sldId id="294" r:id="rId15"/>
    <p:sldId id="27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990859-C924-41C0-9128-DA2F67CCDF8B}" v="57" dt="2026-10-12T13:44:01.201"/>
    <p1510:client id="{A4DD5AAC-F143-4702-8FE1-F2EFA803FE02}" v="7" dt="2026-10-13T08:25:08.733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5" autoAdjust="0"/>
    <p:restoredTop sz="94609" autoAdjust="0"/>
  </p:normalViewPr>
  <p:slideViewPr>
    <p:cSldViewPr snapToGrid="0">
      <p:cViewPr varScale="1">
        <p:scale>
          <a:sx n="78" d="100"/>
          <a:sy n="78" d="100"/>
        </p:scale>
        <p:origin x="744" y="62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erthii Sekar" userId="0f20720ff446f126" providerId="LiveId" clId="{8A5DB8E8-541D-40D5-9BC4-EEF962FA696D}"/>
    <pc:docChg chg="custSel addSld delSld modSld">
      <pc:chgData name="Keerthii Sekar" userId="0f20720ff446f126" providerId="LiveId" clId="{8A5DB8E8-541D-40D5-9BC4-EEF962FA696D}" dt="2026-10-13T08:33:39.680" v="113" actId="14100"/>
      <pc:docMkLst>
        <pc:docMk/>
      </pc:docMkLst>
      <pc:sldChg chg="addSp modSp mod">
        <pc:chgData name="Keerthii Sekar" userId="0f20720ff446f126" providerId="LiveId" clId="{8A5DB8E8-541D-40D5-9BC4-EEF962FA696D}" dt="2026-10-13T08:22:38.434" v="93" actId="1076"/>
        <pc:sldMkLst>
          <pc:docMk/>
          <pc:sldMk cId="1642425379" sldId="256"/>
        </pc:sldMkLst>
        <pc:spChg chg="add mod">
          <ac:chgData name="Keerthii Sekar" userId="0f20720ff446f126" providerId="LiveId" clId="{8A5DB8E8-541D-40D5-9BC4-EEF962FA696D}" dt="2026-10-13T08:22:38.434" v="93" actId="1076"/>
          <ac:spMkLst>
            <pc:docMk/>
            <pc:sldMk cId="1642425379" sldId="256"/>
            <ac:spMk id="10" creationId="{EA325C05-4FE6-9ABD-F992-44CECC4530A6}"/>
          </ac:spMkLst>
        </pc:spChg>
        <pc:spChg chg="add mod">
          <ac:chgData name="Keerthii Sekar" userId="0f20720ff446f126" providerId="LiveId" clId="{8A5DB8E8-541D-40D5-9BC4-EEF962FA696D}" dt="2026-10-12T13:37:25.206" v="48" actId="767"/>
          <ac:spMkLst>
            <pc:docMk/>
            <pc:sldMk cId="1642425379" sldId="256"/>
            <ac:spMk id="11" creationId="{021DA123-DC3C-E904-50E3-C991BD80AF05}"/>
          </ac:spMkLst>
        </pc:spChg>
        <pc:spChg chg="add mod">
          <ac:chgData name="Keerthii Sekar" userId="0f20720ff446f126" providerId="LiveId" clId="{8A5DB8E8-541D-40D5-9BC4-EEF962FA696D}" dt="2026-10-12T13:37:53.222" v="49" actId="767"/>
          <ac:spMkLst>
            <pc:docMk/>
            <pc:sldMk cId="1642425379" sldId="256"/>
            <ac:spMk id="12" creationId="{782AE73A-C6F8-5C46-3BA0-AD0AB02C5A2C}"/>
          </ac:spMkLst>
        </pc:spChg>
        <pc:spChg chg="add mod">
          <ac:chgData name="Keerthii Sekar" userId="0f20720ff446f126" providerId="LiveId" clId="{8A5DB8E8-541D-40D5-9BC4-EEF962FA696D}" dt="2026-10-12T13:38:11.471" v="50" actId="767"/>
          <ac:spMkLst>
            <pc:docMk/>
            <pc:sldMk cId="1642425379" sldId="256"/>
            <ac:spMk id="13" creationId="{0BA01937-9542-98E9-7F34-1F6D0276F8DD}"/>
          </ac:spMkLst>
        </pc:spChg>
        <pc:spChg chg="add mod">
          <ac:chgData name="Keerthii Sekar" userId="0f20720ff446f126" providerId="LiveId" clId="{8A5DB8E8-541D-40D5-9BC4-EEF962FA696D}" dt="2026-10-12T13:38:51.922" v="52" actId="20578"/>
          <ac:spMkLst>
            <pc:docMk/>
            <pc:sldMk cId="1642425379" sldId="256"/>
            <ac:spMk id="14" creationId="{61D2CF78-C33F-9C40-9643-916816B1E8A7}"/>
          </ac:spMkLst>
        </pc:spChg>
        <pc:spChg chg="add mod">
          <ac:chgData name="Keerthii Sekar" userId="0f20720ff446f126" providerId="LiveId" clId="{8A5DB8E8-541D-40D5-9BC4-EEF962FA696D}" dt="2026-10-12T13:39:15.438" v="53" actId="767"/>
          <ac:spMkLst>
            <pc:docMk/>
            <pc:sldMk cId="1642425379" sldId="256"/>
            <ac:spMk id="15" creationId="{235B62E4-814B-A0B0-B886-EF41F30D0DFD}"/>
          </ac:spMkLst>
        </pc:spChg>
        <pc:picChg chg="mod">
          <ac:chgData name="Keerthii Sekar" userId="0f20720ff446f126" providerId="LiveId" clId="{8A5DB8E8-541D-40D5-9BC4-EEF962FA696D}" dt="2026-10-13T08:19:46.576" v="90" actId="14100"/>
          <ac:picMkLst>
            <pc:docMk/>
            <pc:sldMk cId="1642425379" sldId="256"/>
            <ac:picMk id="5" creationId="{C8C7789E-D38D-C11D-79B5-C38ECEDEAAA2}"/>
          </ac:picMkLst>
        </pc:picChg>
      </pc:sldChg>
      <pc:sldChg chg="del">
        <pc:chgData name="Keerthii Sekar" userId="0f20720ff446f126" providerId="LiveId" clId="{8A5DB8E8-541D-40D5-9BC4-EEF962FA696D}" dt="2026-10-13T06:52:51.831" v="57" actId="47"/>
        <pc:sldMkLst>
          <pc:docMk/>
          <pc:sldMk cId="707789176" sldId="258"/>
        </pc:sldMkLst>
      </pc:sldChg>
      <pc:sldChg chg="addSp modSp">
        <pc:chgData name="Keerthii Sekar" userId="0f20720ff446f126" providerId="LiveId" clId="{8A5DB8E8-541D-40D5-9BC4-EEF962FA696D}" dt="2026-10-12T13:23:27.567" v="36"/>
        <pc:sldMkLst>
          <pc:docMk/>
          <pc:sldMk cId="566997565" sldId="260"/>
        </pc:sldMkLst>
        <pc:spChg chg="add mod">
          <ac:chgData name="Keerthii Sekar" userId="0f20720ff446f126" providerId="LiveId" clId="{8A5DB8E8-541D-40D5-9BC4-EEF962FA696D}" dt="2026-10-12T13:23:10.037" v="34"/>
          <ac:spMkLst>
            <pc:docMk/>
            <pc:sldMk cId="566997565" sldId="260"/>
            <ac:spMk id="12" creationId="{4FD89769-232D-29BD-EBEE-8C3954D73B2E}"/>
          </ac:spMkLst>
        </pc:spChg>
        <pc:spChg chg="add mod">
          <ac:chgData name="Keerthii Sekar" userId="0f20720ff446f126" providerId="LiveId" clId="{8A5DB8E8-541D-40D5-9BC4-EEF962FA696D}" dt="2026-10-12T13:23:27.567" v="36"/>
          <ac:spMkLst>
            <pc:docMk/>
            <pc:sldMk cId="566997565" sldId="260"/>
            <ac:spMk id="13" creationId="{CDA0F2A2-238D-88DF-1F53-523DD402CBC9}"/>
          </ac:spMkLst>
        </pc:spChg>
      </pc:sldChg>
      <pc:sldChg chg="modSp mod">
        <pc:chgData name="Keerthii Sekar" userId="0f20720ff446f126" providerId="LiveId" clId="{8A5DB8E8-541D-40D5-9BC4-EEF962FA696D}" dt="2026-10-13T08:09:15.998" v="89" actId="1076"/>
        <pc:sldMkLst>
          <pc:docMk/>
          <pc:sldMk cId="1738561688" sldId="261"/>
        </pc:sldMkLst>
        <pc:spChg chg="mod">
          <ac:chgData name="Keerthii Sekar" userId="0f20720ff446f126" providerId="LiveId" clId="{8A5DB8E8-541D-40D5-9BC4-EEF962FA696D}" dt="2026-10-13T08:09:15.998" v="89" actId="1076"/>
          <ac:spMkLst>
            <pc:docMk/>
            <pc:sldMk cId="1738561688" sldId="261"/>
            <ac:spMk id="33" creationId="{1629FEE7-6FCE-13FF-5879-CB0233F37902}"/>
          </ac:spMkLst>
        </pc:spChg>
      </pc:sldChg>
      <pc:sldChg chg="modSp mod">
        <pc:chgData name="Keerthii Sekar" userId="0f20720ff446f126" providerId="LiveId" clId="{8A5DB8E8-541D-40D5-9BC4-EEF962FA696D}" dt="2026-10-13T07:26:19.507" v="81" actId="1076"/>
        <pc:sldMkLst>
          <pc:docMk/>
          <pc:sldMk cId="1346372204" sldId="264"/>
        </pc:sldMkLst>
        <pc:picChg chg="mod">
          <ac:chgData name="Keerthii Sekar" userId="0f20720ff446f126" providerId="LiveId" clId="{8A5DB8E8-541D-40D5-9BC4-EEF962FA696D}" dt="2026-10-13T07:26:19.507" v="81" actId="1076"/>
          <ac:picMkLst>
            <pc:docMk/>
            <pc:sldMk cId="1346372204" sldId="264"/>
            <ac:picMk id="14" creationId="{AB61D7BD-3381-4981-B0F1-A974BA6F7A08}"/>
          </ac:picMkLst>
        </pc:picChg>
      </pc:sldChg>
      <pc:sldChg chg="addSp modSp del">
        <pc:chgData name="Keerthii Sekar" userId="0f20720ff446f126" providerId="LiveId" clId="{8A5DB8E8-541D-40D5-9BC4-EEF962FA696D}" dt="2026-10-13T06:53:01.186" v="59" actId="47"/>
        <pc:sldMkLst>
          <pc:docMk/>
          <pc:sldMk cId="2121178069" sldId="266"/>
        </pc:sldMkLst>
        <pc:spChg chg="add mod">
          <ac:chgData name="Keerthii Sekar" userId="0f20720ff446f126" providerId="LiveId" clId="{8A5DB8E8-541D-40D5-9BC4-EEF962FA696D}" dt="2026-10-12T13:17:09.239" v="7"/>
          <ac:spMkLst>
            <pc:docMk/>
            <pc:sldMk cId="2121178069" sldId="266"/>
            <ac:spMk id="28" creationId="{F1D93FA5-0458-2477-ED2E-94BB220E1A79}"/>
          </ac:spMkLst>
        </pc:spChg>
        <pc:spChg chg="add mod">
          <ac:chgData name="Keerthii Sekar" userId="0f20720ff446f126" providerId="LiveId" clId="{8A5DB8E8-541D-40D5-9BC4-EEF962FA696D}" dt="2026-10-12T13:17:28.100" v="9"/>
          <ac:spMkLst>
            <pc:docMk/>
            <pc:sldMk cId="2121178069" sldId="266"/>
            <ac:spMk id="29" creationId="{6FC8B8B0-D5A3-5DCD-359E-E1B73913652B}"/>
          </ac:spMkLst>
        </pc:spChg>
        <pc:spChg chg="add mod">
          <ac:chgData name="Keerthii Sekar" userId="0f20720ff446f126" providerId="LiveId" clId="{8A5DB8E8-541D-40D5-9BC4-EEF962FA696D}" dt="2026-10-12T13:17:49.056" v="11"/>
          <ac:spMkLst>
            <pc:docMk/>
            <pc:sldMk cId="2121178069" sldId="266"/>
            <ac:spMk id="30" creationId="{7DBE75C9-D009-F0A6-6F25-E8AB45A7A0B6}"/>
          </ac:spMkLst>
        </pc:spChg>
      </pc:sldChg>
      <pc:sldChg chg="addSp modSp del">
        <pc:chgData name="Keerthii Sekar" userId="0f20720ff446f126" providerId="LiveId" clId="{8A5DB8E8-541D-40D5-9BC4-EEF962FA696D}" dt="2026-10-13T08:22:57.715" v="94" actId="47"/>
        <pc:sldMkLst>
          <pc:docMk/>
          <pc:sldMk cId="4151694508" sldId="268"/>
        </pc:sldMkLst>
        <pc:spChg chg="add mod">
          <ac:chgData name="Keerthii Sekar" userId="0f20720ff446f126" providerId="LiveId" clId="{8A5DB8E8-541D-40D5-9BC4-EEF962FA696D}" dt="2026-10-12T13:19:23.535" v="19"/>
          <ac:spMkLst>
            <pc:docMk/>
            <pc:sldMk cId="4151694508" sldId="268"/>
            <ac:spMk id="22" creationId="{808A49FF-F9E3-9D44-A3BE-908A4E2C7703}"/>
          </ac:spMkLst>
        </pc:spChg>
        <pc:spChg chg="add mod">
          <ac:chgData name="Keerthii Sekar" userId="0f20720ff446f126" providerId="LiveId" clId="{8A5DB8E8-541D-40D5-9BC4-EEF962FA696D}" dt="2026-10-12T13:19:46.032" v="21"/>
          <ac:spMkLst>
            <pc:docMk/>
            <pc:sldMk cId="4151694508" sldId="268"/>
            <ac:spMk id="23" creationId="{2A7F6420-9B5F-CA83-CA62-41302DA9A95F}"/>
          </ac:spMkLst>
        </pc:spChg>
        <pc:spChg chg="add mod">
          <ac:chgData name="Keerthii Sekar" userId="0f20720ff446f126" providerId="LiveId" clId="{8A5DB8E8-541D-40D5-9BC4-EEF962FA696D}" dt="2026-10-12T13:20:16.498" v="23"/>
          <ac:spMkLst>
            <pc:docMk/>
            <pc:sldMk cId="4151694508" sldId="268"/>
            <ac:spMk id="24" creationId="{1D5FA255-6F56-FB4D-2C24-97A72C23D231}"/>
          </ac:spMkLst>
        </pc:spChg>
      </pc:sldChg>
      <pc:sldChg chg="addSp modSp del">
        <pc:chgData name="Keerthii Sekar" userId="0f20720ff446f126" providerId="LiveId" clId="{8A5DB8E8-541D-40D5-9BC4-EEF962FA696D}" dt="2026-10-13T06:53:09.061" v="60" actId="47"/>
        <pc:sldMkLst>
          <pc:docMk/>
          <pc:sldMk cId="1472106130" sldId="270"/>
        </pc:sldMkLst>
        <pc:spChg chg="add mod">
          <ac:chgData name="Keerthii Sekar" userId="0f20720ff446f126" providerId="LiveId" clId="{8A5DB8E8-541D-40D5-9BC4-EEF962FA696D}" dt="2026-10-12T13:20:52.436" v="25"/>
          <ac:spMkLst>
            <pc:docMk/>
            <pc:sldMk cId="1472106130" sldId="270"/>
            <ac:spMk id="28" creationId="{E6C71B02-99D6-8C7B-274C-7877A54B5A5E}"/>
          </ac:spMkLst>
        </pc:spChg>
        <pc:spChg chg="add mod">
          <ac:chgData name="Keerthii Sekar" userId="0f20720ff446f126" providerId="LiveId" clId="{8A5DB8E8-541D-40D5-9BC4-EEF962FA696D}" dt="2026-10-12T13:22:02.207" v="28"/>
          <ac:spMkLst>
            <pc:docMk/>
            <pc:sldMk cId="1472106130" sldId="270"/>
            <ac:spMk id="29" creationId="{183CEE87-852D-91FA-5B0A-511577C4B390}"/>
          </ac:spMkLst>
        </pc:spChg>
      </pc:sldChg>
      <pc:sldChg chg="addSp delSp modSp mod">
        <pc:chgData name="Keerthii Sekar" userId="0f20720ff446f126" providerId="LiveId" clId="{8A5DB8E8-541D-40D5-9BC4-EEF962FA696D}" dt="2026-10-13T06:53:39.626" v="76" actId="1076"/>
        <pc:sldMkLst>
          <pc:docMk/>
          <pc:sldMk cId="920173932" sldId="275"/>
        </pc:sldMkLst>
        <pc:spChg chg="add del mod">
          <ac:chgData name="Keerthii Sekar" userId="0f20720ff446f126" providerId="LiveId" clId="{8A5DB8E8-541D-40D5-9BC4-EEF962FA696D}" dt="2026-10-13T06:53:35.919" v="75"/>
          <ac:spMkLst>
            <pc:docMk/>
            <pc:sldMk cId="920173932" sldId="275"/>
            <ac:spMk id="11" creationId="{E794FE83-3FE1-8402-18AD-250487C7B2B7}"/>
          </ac:spMkLst>
        </pc:spChg>
        <pc:spChg chg="add mod">
          <ac:chgData name="Keerthii Sekar" userId="0f20720ff446f126" providerId="LiveId" clId="{8A5DB8E8-541D-40D5-9BC4-EEF962FA696D}" dt="2026-10-13T06:53:39.626" v="76" actId="1076"/>
          <ac:spMkLst>
            <pc:docMk/>
            <pc:sldMk cId="920173932" sldId="275"/>
            <ac:spMk id="12" creationId="{07BC6D86-540D-D4E6-436D-4CB12A452F49}"/>
          </ac:spMkLst>
        </pc:spChg>
      </pc:sldChg>
      <pc:sldChg chg="addSp modSp mod">
        <pc:chgData name="Keerthii Sekar" userId="0f20720ff446f126" providerId="LiveId" clId="{8A5DB8E8-541D-40D5-9BC4-EEF962FA696D}" dt="2026-10-13T08:25:10.458" v="96" actId="20577"/>
        <pc:sldMkLst>
          <pc:docMk/>
          <pc:sldMk cId="2243494996" sldId="277"/>
        </pc:sldMkLst>
        <pc:spChg chg="mod">
          <ac:chgData name="Keerthii Sekar" userId="0f20720ff446f126" providerId="LiveId" clId="{8A5DB8E8-541D-40D5-9BC4-EEF962FA696D}" dt="2026-10-12T13:42:46.693" v="55"/>
          <ac:spMkLst>
            <pc:docMk/>
            <pc:sldMk cId="2243494996" sldId="277"/>
            <ac:spMk id="2" creationId="{6719F29B-F233-48AF-8261-F33A4E079E3E}"/>
          </ac:spMkLst>
        </pc:spChg>
        <pc:spChg chg="mod">
          <ac:chgData name="Keerthii Sekar" userId="0f20720ff446f126" providerId="LiveId" clId="{8A5DB8E8-541D-40D5-9BC4-EEF962FA696D}" dt="2026-10-13T08:08:58.317" v="87" actId="14100"/>
          <ac:spMkLst>
            <pc:docMk/>
            <pc:sldMk cId="2243494996" sldId="277"/>
            <ac:spMk id="3" creationId="{35E3EA69-4E0E-41BD-8095-A124225A2647}"/>
          </ac:spMkLst>
        </pc:spChg>
        <pc:spChg chg="add mod">
          <ac:chgData name="Keerthii Sekar" userId="0f20720ff446f126" providerId="LiveId" clId="{8A5DB8E8-541D-40D5-9BC4-EEF962FA696D}" dt="2026-10-13T08:25:10.458" v="96" actId="20577"/>
          <ac:spMkLst>
            <pc:docMk/>
            <pc:sldMk cId="2243494996" sldId="277"/>
            <ac:spMk id="7" creationId="{10DBEF03-AE38-DCE0-FE30-C97675FE1937}"/>
          </ac:spMkLst>
        </pc:spChg>
        <pc:picChg chg="mod">
          <ac:chgData name="Keerthii Sekar" userId="0f20720ff446f126" providerId="LiveId" clId="{8A5DB8E8-541D-40D5-9BC4-EEF962FA696D}" dt="2026-10-13T07:22:39.101" v="79" actId="1076"/>
          <ac:picMkLst>
            <pc:docMk/>
            <pc:sldMk cId="2243494996" sldId="277"/>
            <ac:picMk id="8" creationId="{89B00C98-DC93-17E8-6181-4BD7869FD634}"/>
          </ac:picMkLst>
        </pc:picChg>
      </pc:sldChg>
      <pc:sldChg chg="addSp modSp">
        <pc:chgData name="Keerthii Sekar" userId="0f20720ff446f126" providerId="LiveId" clId="{8A5DB8E8-541D-40D5-9BC4-EEF962FA696D}" dt="2026-10-12T13:16:41.094" v="5"/>
        <pc:sldMkLst>
          <pc:docMk/>
          <pc:sldMk cId="2069393026" sldId="278"/>
        </pc:sldMkLst>
        <pc:spChg chg="add mod">
          <ac:chgData name="Keerthii Sekar" userId="0f20720ff446f126" providerId="LiveId" clId="{8A5DB8E8-541D-40D5-9BC4-EEF962FA696D}" dt="2026-10-12T13:16:09.419" v="1"/>
          <ac:spMkLst>
            <pc:docMk/>
            <pc:sldMk cId="2069393026" sldId="278"/>
            <ac:spMk id="27" creationId="{EC629378-6FA7-1C00-F697-205878618AEC}"/>
          </ac:spMkLst>
        </pc:spChg>
        <pc:spChg chg="add mod">
          <ac:chgData name="Keerthii Sekar" userId="0f20720ff446f126" providerId="LiveId" clId="{8A5DB8E8-541D-40D5-9BC4-EEF962FA696D}" dt="2026-10-12T13:16:27.356" v="3"/>
          <ac:spMkLst>
            <pc:docMk/>
            <pc:sldMk cId="2069393026" sldId="278"/>
            <ac:spMk id="28" creationId="{68083CEC-5E9B-B2B1-97D2-78A55466DD02}"/>
          </ac:spMkLst>
        </pc:spChg>
        <pc:spChg chg="add mod">
          <ac:chgData name="Keerthii Sekar" userId="0f20720ff446f126" providerId="LiveId" clId="{8A5DB8E8-541D-40D5-9BC4-EEF962FA696D}" dt="2026-10-12T13:16:41.094" v="5"/>
          <ac:spMkLst>
            <pc:docMk/>
            <pc:sldMk cId="2069393026" sldId="278"/>
            <ac:spMk id="29" creationId="{FF3BF86E-6D06-B093-6D28-867A28CC127F}"/>
          </ac:spMkLst>
        </pc:spChg>
      </pc:sldChg>
      <pc:sldChg chg="addSp modSp">
        <pc:chgData name="Keerthii Sekar" userId="0f20720ff446f126" providerId="LiveId" clId="{8A5DB8E8-541D-40D5-9BC4-EEF962FA696D}" dt="2026-10-12T13:25:26.270" v="40"/>
        <pc:sldMkLst>
          <pc:docMk/>
          <pc:sldMk cId="3477453048" sldId="282"/>
        </pc:sldMkLst>
        <pc:spChg chg="add mod">
          <ac:chgData name="Keerthii Sekar" userId="0f20720ff446f126" providerId="LiveId" clId="{8A5DB8E8-541D-40D5-9BC4-EEF962FA696D}" dt="2026-10-12T13:25:11.855" v="38"/>
          <ac:spMkLst>
            <pc:docMk/>
            <pc:sldMk cId="3477453048" sldId="282"/>
            <ac:spMk id="41" creationId="{B2973097-0D70-952F-D6D9-A0384C9573C6}"/>
          </ac:spMkLst>
        </pc:spChg>
        <pc:spChg chg="add mod">
          <ac:chgData name="Keerthii Sekar" userId="0f20720ff446f126" providerId="LiveId" clId="{8A5DB8E8-541D-40D5-9BC4-EEF962FA696D}" dt="2026-10-12T13:25:26.270" v="40"/>
          <ac:spMkLst>
            <pc:docMk/>
            <pc:sldMk cId="3477453048" sldId="282"/>
            <ac:spMk id="42" creationId="{7E1CD9D3-349D-0D5C-3461-E85C605C2E14}"/>
          </ac:spMkLst>
        </pc:spChg>
      </pc:sldChg>
      <pc:sldChg chg="del">
        <pc:chgData name="Keerthii Sekar" userId="0f20720ff446f126" providerId="LiveId" clId="{8A5DB8E8-541D-40D5-9BC4-EEF962FA696D}" dt="2026-10-13T06:52:57.130" v="58" actId="47"/>
        <pc:sldMkLst>
          <pc:docMk/>
          <pc:sldMk cId="1844941827" sldId="289"/>
        </pc:sldMkLst>
      </pc:sldChg>
      <pc:sldChg chg="addSp modSp">
        <pc:chgData name="Keerthii Sekar" userId="0f20720ff446f126" providerId="LiveId" clId="{8A5DB8E8-541D-40D5-9BC4-EEF962FA696D}" dt="2026-10-12T13:18:52.245" v="17"/>
        <pc:sldMkLst>
          <pc:docMk/>
          <pc:sldMk cId="404854312" sldId="292"/>
        </pc:sldMkLst>
        <pc:spChg chg="add mod">
          <ac:chgData name="Keerthii Sekar" userId="0f20720ff446f126" providerId="LiveId" clId="{8A5DB8E8-541D-40D5-9BC4-EEF962FA696D}" dt="2026-10-12T13:18:11.909" v="13"/>
          <ac:spMkLst>
            <pc:docMk/>
            <pc:sldMk cId="404854312" sldId="292"/>
            <ac:spMk id="37" creationId="{708E3AA6-DA3C-9A99-7210-F2CFABF50A6E}"/>
          </ac:spMkLst>
        </pc:spChg>
        <pc:spChg chg="add mod">
          <ac:chgData name="Keerthii Sekar" userId="0f20720ff446f126" providerId="LiveId" clId="{8A5DB8E8-541D-40D5-9BC4-EEF962FA696D}" dt="2026-10-12T13:18:36.585" v="15"/>
          <ac:spMkLst>
            <pc:docMk/>
            <pc:sldMk cId="404854312" sldId="292"/>
            <ac:spMk id="38" creationId="{454EAD47-80D0-5CA4-EEC2-450E99A198CE}"/>
          </ac:spMkLst>
        </pc:spChg>
        <pc:spChg chg="add mod">
          <ac:chgData name="Keerthii Sekar" userId="0f20720ff446f126" providerId="LiveId" clId="{8A5DB8E8-541D-40D5-9BC4-EEF962FA696D}" dt="2026-10-12T13:18:52.245" v="17"/>
          <ac:spMkLst>
            <pc:docMk/>
            <pc:sldMk cId="404854312" sldId="292"/>
            <ac:spMk id="39" creationId="{31CF6E5C-FB91-FC80-1C47-CBEE630F81B2}"/>
          </ac:spMkLst>
        </pc:spChg>
      </pc:sldChg>
      <pc:sldChg chg="addSp modSp">
        <pc:chgData name="Keerthii Sekar" userId="0f20720ff446f126" providerId="LiveId" clId="{8A5DB8E8-541D-40D5-9BC4-EEF962FA696D}" dt="2026-10-12T13:22:50.211" v="32"/>
        <pc:sldMkLst>
          <pc:docMk/>
          <pc:sldMk cId="473871986" sldId="293"/>
        </pc:sldMkLst>
        <pc:spChg chg="add mod">
          <ac:chgData name="Keerthii Sekar" userId="0f20720ff446f126" providerId="LiveId" clId="{8A5DB8E8-541D-40D5-9BC4-EEF962FA696D}" dt="2026-10-12T13:22:31.188" v="30"/>
          <ac:spMkLst>
            <pc:docMk/>
            <pc:sldMk cId="473871986" sldId="293"/>
            <ac:spMk id="21" creationId="{01347502-0105-E5A6-8EB6-0E4079471329}"/>
          </ac:spMkLst>
        </pc:spChg>
        <pc:spChg chg="add mod">
          <ac:chgData name="Keerthii Sekar" userId="0f20720ff446f126" providerId="LiveId" clId="{8A5DB8E8-541D-40D5-9BC4-EEF962FA696D}" dt="2026-10-12T13:22:50.211" v="32"/>
          <ac:spMkLst>
            <pc:docMk/>
            <pc:sldMk cId="473871986" sldId="293"/>
            <ac:spMk id="22" creationId="{1F76D652-5E5C-772C-BA7B-E0F1BA295744}"/>
          </ac:spMkLst>
        </pc:spChg>
      </pc:sldChg>
      <pc:sldChg chg="addSp delSp modSp new mod">
        <pc:chgData name="Keerthii Sekar" userId="0f20720ff446f126" providerId="LiveId" clId="{8A5DB8E8-541D-40D5-9BC4-EEF962FA696D}" dt="2026-10-13T08:33:39.680" v="113" actId="14100"/>
        <pc:sldMkLst>
          <pc:docMk/>
          <pc:sldMk cId="739837918" sldId="294"/>
        </pc:sldMkLst>
        <pc:spChg chg="del">
          <ac:chgData name="Keerthii Sekar" userId="0f20720ff446f126" providerId="LiveId" clId="{8A5DB8E8-541D-40D5-9BC4-EEF962FA696D}" dt="2026-10-13T08:32:51.071" v="98" actId="478"/>
          <ac:spMkLst>
            <pc:docMk/>
            <pc:sldMk cId="739837918" sldId="294"/>
            <ac:spMk id="2" creationId="{83E9053C-BCF5-B1A7-EFD6-AB7D84AF5DC5}"/>
          </ac:spMkLst>
        </pc:spChg>
        <pc:spChg chg="del">
          <ac:chgData name="Keerthii Sekar" userId="0f20720ff446f126" providerId="LiveId" clId="{8A5DB8E8-541D-40D5-9BC4-EEF962FA696D}" dt="2026-10-13T08:32:53.440" v="99" actId="478"/>
          <ac:spMkLst>
            <pc:docMk/>
            <pc:sldMk cId="739837918" sldId="294"/>
            <ac:spMk id="3" creationId="{76D884B2-2CFC-A1E4-A6AE-897A6BC1BC98}"/>
          </ac:spMkLst>
        </pc:spChg>
        <pc:spChg chg="del">
          <ac:chgData name="Keerthii Sekar" userId="0f20720ff446f126" providerId="LiveId" clId="{8A5DB8E8-541D-40D5-9BC4-EEF962FA696D}" dt="2026-10-13T08:32:55.005" v="100" actId="478"/>
          <ac:spMkLst>
            <pc:docMk/>
            <pc:sldMk cId="739837918" sldId="294"/>
            <ac:spMk id="4" creationId="{2AF6B76D-E319-0860-621A-1011ACD2DE6D}"/>
          </ac:spMkLst>
        </pc:spChg>
        <pc:spChg chg="del">
          <ac:chgData name="Keerthii Sekar" userId="0f20720ff446f126" providerId="LiveId" clId="{8A5DB8E8-541D-40D5-9BC4-EEF962FA696D}" dt="2026-10-13T08:32:56.961" v="101" actId="478"/>
          <ac:spMkLst>
            <pc:docMk/>
            <pc:sldMk cId="739837918" sldId="294"/>
            <ac:spMk id="5" creationId="{88E05EE7-D830-1B78-6A60-9E303E0448C4}"/>
          </ac:spMkLst>
        </pc:spChg>
        <pc:spChg chg="del">
          <ac:chgData name="Keerthii Sekar" userId="0f20720ff446f126" providerId="LiveId" clId="{8A5DB8E8-541D-40D5-9BC4-EEF962FA696D}" dt="2026-10-13T08:32:59.090" v="102" actId="478"/>
          <ac:spMkLst>
            <pc:docMk/>
            <pc:sldMk cId="739837918" sldId="294"/>
            <ac:spMk id="6" creationId="{8D719BF6-6415-292C-F954-334A73083668}"/>
          </ac:spMkLst>
        </pc:spChg>
        <pc:spChg chg="del">
          <ac:chgData name="Keerthii Sekar" userId="0f20720ff446f126" providerId="LiveId" clId="{8A5DB8E8-541D-40D5-9BC4-EEF962FA696D}" dt="2026-10-13T08:33:02.346" v="103" actId="478"/>
          <ac:spMkLst>
            <pc:docMk/>
            <pc:sldMk cId="739837918" sldId="294"/>
            <ac:spMk id="7" creationId="{E6C7AE92-1441-5288-3582-7BCAB0EE74FE}"/>
          </ac:spMkLst>
        </pc:spChg>
        <pc:spChg chg="del">
          <ac:chgData name="Keerthii Sekar" userId="0f20720ff446f126" providerId="LiveId" clId="{8A5DB8E8-541D-40D5-9BC4-EEF962FA696D}" dt="2026-10-13T08:33:06.215" v="105" actId="478"/>
          <ac:spMkLst>
            <pc:docMk/>
            <pc:sldMk cId="739837918" sldId="294"/>
            <ac:spMk id="8" creationId="{575B067C-605A-65C9-A12E-BC36A45262C7}"/>
          </ac:spMkLst>
        </pc:spChg>
        <pc:spChg chg="del">
          <ac:chgData name="Keerthii Sekar" userId="0f20720ff446f126" providerId="LiveId" clId="{8A5DB8E8-541D-40D5-9BC4-EEF962FA696D}" dt="2026-10-13T08:33:12.956" v="107" actId="478"/>
          <ac:spMkLst>
            <pc:docMk/>
            <pc:sldMk cId="739837918" sldId="294"/>
            <ac:spMk id="9" creationId="{ABF1AD28-4AB1-ECF5-E686-1A1D48FF1B66}"/>
          </ac:spMkLst>
        </pc:spChg>
        <pc:spChg chg="del">
          <ac:chgData name="Keerthii Sekar" userId="0f20720ff446f126" providerId="LiveId" clId="{8A5DB8E8-541D-40D5-9BC4-EEF962FA696D}" dt="2026-10-13T08:33:15.884" v="108" actId="478"/>
          <ac:spMkLst>
            <pc:docMk/>
            <pc:sldMk cId="739837918" sldId="294"/>
            <ac:spMk id="10" creationId="{3DD812C1-F22F-3527-2922-55693B9B3D28}"/>
          </ac:spMkLst>
        </pc:spChg>
        <pc:spChg chg="del">
          <ac:chgData name="Keerthii Sekar" userId="0f20720ff446f126" providerId="LiveId" clId="{8A5DB8E8-541D-40D5-9BC4-EEF962FA696D}" dt="2026-10-13T08:33:04.241" v="104" actId="478"/>
          <ac:spMkLst>
            <pc:docMk/>
            <pc:sldMk cId="739837918" sldId="294"/>
            <ac:spMk id="11" creationId="{6767C652-8130-BB1A-0861-D64711805D2F}"/>
          </ac:spMkLst>
        </pc:spChg>
        <pc:spChg chg="del">
          <ac:chgData name="Keerthii Sekar" userId="0f20720ff446f126" providerId="LiveId" clId="{8A5DB8E8-541D-40D5-9BC4-EEF962FA696D}" dt="2026-10-13T08:33:08.539" v="106" actId="478"/>
          <ac:spMkLst>
            <pc:docMk/>
            <pc:sldMk cId="739837918" sldId="294"/>
            <ac:spMk id="12" creationId="{BD78AAEF-C23B-FEEA-F904-3CCE7F4DFFD6}"/>
          </ac:spMkLst>
        </pc:spChg>
        <pc:spChg chg="del">
          <ac:chgData name="Keerthii Sekar" userId="0f20720ff446f126" providerId="LiveId" clId="{8A5DB8E8-541D-40D5-9BC4-EEF962FA696D}" dt="2026-10-13T08:33:18.577" v="109" actId="478"/>
          <ac:spMkLst>
            <pc:docMk/>
            <pc:sldMk cId="739837918" sldId="294"/>
            <ac:spMk id="13" creationId="{281C774E-D033-76C6-895A-2CD5315E3DA7}"/>
          </ac:spMkLst>
        </pc:spChg>
        <pc:spChg chg="del">
          <ac:chgData name="Keerthii Sekar" userId="0f20720ff446f126" providerId="LiveId" clId="{8A5DB8E8-541D-40D5-9BC4-EEF962FA696D}" dt="2026-10-13T08:33:21.230" v="110" actId="478"/>
          <ac:spMkLst>
            <pc:docMk/>
            <pc:sldMk cId="739837918" sldId="294"/>
            <ac:spMk id="14" creationId="{5DB9CCE3-47CF-DA59-7945-68798CDFA3F7}"/>
          </ac:spMkLst>
        </pc:spChg>
        <pc:picChg chg="add mod">
          <ac:chgData name="Keerthii Sekar" userId="0f20720ff446f126" providerId="LiveId" clId="{8A5DB8E8-541D-40D5-9BC4-EEF962FA696D}" dt="2026-10-13T08:33:39.680" v="113" actId="14100"/>
          <ac:picMkLst>
            <pc:docMk/>
            <pc:sldMk cId="739837918" sldId="294"/>
            <ac:picMk id="19" creationId="{CFE2F36B-B463-38DD-B255-F13BC9B2383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rt and tab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8749" y="1361938"/>
            <a:ext cx="6765925" cy="496888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286002"/>
            <a:ext cx="6094270" cy="3542143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8125" y="2284624"/>
            <a:ext cx="3147332" cy="306388"/>
          </a:xfrm>
        </p:spPr>
        <p:txBody>
          <a:bodyPr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858125" y="2779713"/>
            <a:ext cx="3148013" cy="3095625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0347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701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SIMATS ENGINEERING —BIOTECHNOLOGY">
            <a:extLst>
              <a:ext uri="{FF2B5EF4-FFF2-40B4-BE49-F238E27FC236}">
                <a16:creationId xmlns:a16="http://schemas.microsoft.com/office/drawing/2014/main" id="{C8C7789E-D38D-C11D-79B5-C38ECEDEAA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8361" y="287464"/>
            <a:ext cx="9399639" cy="1176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A325C05-4FE6-9ABD-F992-44CECC4530A6}"/>
              </a:ext>
            </a:extLst>
          </p:cNvPr>
          <p:cNvSpPr txBox="1"/>
          <p:nvPr/>
        </p:nvSpPr>
        <p:spPr>
          <a:xfrm>
            <a:off x="1069213" y="2104753"/>
            <a:ext cx="10440785" cy="1220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Back-End of a Compiler: Machine-Dependent Code Optimization and Final Code Generation from Intermediate Code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1DA123-DC3C-E904-50E3-C991BD80AF05}"/>
              </a:ext>
            </a:extLst>
          </p:cNvPr>
          <p:cNvSpPr txBox="1"/>
          <p:nvPr/>
        </p:nvSpPr>
        <p:spPr>
          <a:xfrm>
            <a:off x="4193548" y="3966654"/>
            <a:ext cx="51538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CSA1410-Compiler Design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2AE73A-C6F8-5C46-3BA0-AD0AB02C5A2C}"/>
              </a:ext>
            </a:extLst>
          </p:cNvPr>
          <p:cNvSpPr txBox="1"/>
          <p:nvPr/>
        </p:nvSpPr>
        <p:spPr>
          <a:xfrm>
            <a:off x="1197033" y="4666289"/>
            <a:ext cx="3990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A01937-9542-98E9-7F34-1F6D0276F8DD}"/>
              </a:ext>
            </a:extLst>
          </p:cNvPr>
          <p:cNvSpPr txBox="1"/>
          <p:nvPr/>
        </p:nvSpPr>
        <p:spPr>
          <a:xfrm>
            <a:off x="1197033" y="5254813"/>
            <a:ext cx="3990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Keerthana.G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(192521446)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D2CF78-C33F-9C40-9643-916816B1E8A7}"/>
              </a:ext>
            </a:extLst>
          </p:cNvPr>
          <p:cNvSpPr txBox="1"/>
          <p:nvPr/>
        </p:nvSpPr>
        <p:spPr>
          <a:xfrm>
            <a:off x="8362604" y="4666289"/>
            <a:ext cx="23996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5B62E4-814B-A0B0-B886-EF41F30D0DFD}"/>
              </a:ext>
            </a:extLst>
          </p:cNvPr>
          <p:cNvSpPr txBox="1"/>
          <p:nvPr/>
        </p:nvSpPr>
        <p:spPr>
          <a:xfrm>
            <a:off x="8362604" y="5214860"/>
            <a:ext cx="3314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Dr.Deepa.N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541" y="0"/>
            <a:ext cx="3171825" cy="1325563"/>
          </a:xfrm>
        </p:spPr>
        <p:txBody>
          <a:bodyPr/>
          <a:lstStyle/>
          <a:p>
            <a:r>
              <a:rPr lang="en-IN" b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b="1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757" y="1784553"/>
            <a:ext cx="6424153" cy="2519363"/>
          </a:xfrm>
        </p:spPr>
        <p:txBody>
          <a:bodyPr>
            <a:normAutofit fontScale="25000" lnSpcReduction="20000"/>
          </a:bodyPr>
          <a:lstStyle/>
          <a:p>
            <a:pPr marL="857250" lvl="0" indent="-857250">
              <a:buFont typeface="Wingdings" panose="05000000000000000000" pitchFamily="2" charset="2"/>
              <a:buChar char="v"/>
            </a:pPr>
            <a:r>
              <a:rPr lang="en-IN" sz="7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back-end is the final phase of a compiler responsible for code generation.</a:t>
            </a:r>
          </a:p>
          <a:p>
            <a:pPr marL="857250" lvl="0" indent="-857250">
              <a:buFont typeface="Wingdings" panose="05000000000000000000" pitchFamily="2" charset="2"/>
              <a:buChar char="v"/>
            </a:pPr>
            <a:r>
              <a:rPr lang="en-IN" sz="7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processes the intermediate representation (IR) produced by the front-end.</a:t>
            </a:r>
          </a:p>
          <a:p>
            <a:pPr marL="857250" lvl="0" indent="-857250">
              <a:buFont typeface="Wingdings" panose="05000000000000000000" pitchFamily="2" charset="2"/>
              <a:buChar char="v"/>
            </a:pPr>
            <a:r>
              <a:rPr lang="en-IN" sz="7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converts intermediate code into target machine code or assembly language.</a:t>
            </a:r>
          </a:p>
          <a:p>
            <a:pPr marL="857250" lvl="0" indent="-857250">
              <a:buFont typeface="Wingdings" panose="05000000000000000000" pitchFamily="2" charset="2"/>
              <a:buChar char="v"/>
            </a:pPr>
            <a:r>
              <a:rPr lang="en-IN" sz="7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performs code optimization to improve execution speed and efficiency.</a:t>
            </a:r>
          </a:p>
          <a:p>
            <a:pPr marL="857250" lvl="0" indent="-857250">
              <a:buFont typeface="Wingdings" panose="05000000000000000000" pitchFamily="2" charset="2"/>
              <a:buChar char="v"/>
            </a:pPr>
            <a:r>
              <a:rPr lang="en-IN" sz="7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reduces unnecessary instructions and improves resource utilization.</a:t>
            </a:r>
          </a:p>
          <a:p>
            <a:pPr marL="857250" lvl="0" indent="-857250">
              <a:buFont typeface="Wingdings" panose="05000000000000000000" pitchFamily="2" charset="2"/>
              <a:buChar char="v"/>
            </a:pPr>
            <a:r>
              <a:rPr lang="en-IN" sz="7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Its design depends on the target processor, instruction set, registers, and architecture.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69DF042-37C5-4E09-AA4C-AA66649C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9EA23-F34E-486A-B8B2-0C301926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B00C98-DC93-17E8-6181-4BD7869FD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488" y="1784553"/>
            <a:ext cx="4083851" cy="39486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DBEF03-AE38-DCE0-FE30-C97675FE1937}"/>
              </a:ext>
            </a:extLst>
          </p:cNvPr>
          <p:cNvSpPr txBox="1"/>
          <p:nvPr/>
        </p:nvSpPr>
        <p:spPr>
          <a:xfrm>
            <a:off x="6741042" y="129185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0BF6865-7FAE-4B56-A995-ADF1582DCC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7312B71A-5E84-41DE-9754-5F6291F6D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3984D70-BD95-4E1F-9725-902B5D74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7B4F0D-21E8-E3C8-675C-B52AAFDE0F8E}"/>
              </a:ext>
            </a:extLst>
          </p:cNvPr>
          <p:cNvSpPr txBox="1"/>
          <p:nvPr/>
        </p:nvSpPr>
        <p:spPr>
          <a:xfrm>
            <a:off x="1258886" y="950838"/>
            <a:ext cx="65679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Compiler Architecture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29FEE7-6FCE-13FF-5879-CB0233F37902}"/>
              </a:ext>
            </a:extLst>
          </p:cNvPr>
          <p:cNvSpPr txBox="1"/>
          <p:nvPr/>
        </p:nvSpPr>
        <p:spPr>
          <a:xfrm>
            <a:off x="1140899" y="1816424"/>
            <a:ext cx="5191075" cy="419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Front-end: Lexical, syntax, and semantic analysis.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Middle-end: Intermediate representation and optimization.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Back-end: Target-specific optimization and code generation.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stage transforms the program for the next stage.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Flow: Source Code → Front-End → Intermediate Representation → Back-End → Target Code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FF7FA125-68B2-67E1-795E-86EC45B14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7213" y="1756140"/>
            <a:ext cx="4501032" cy="3770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Date Placeholder 79">
            <a:extLst>
              <a:ext uri="{FF2B5EF4-FFF2-40B4-BE49-F238E27FC236}">
                <a16:creationId xmlns:a16="http://schemas.microsoft.com/office/drawing/2014/main" id="{BC1F9D86-85D8-4FD0-B0D3-47D778722782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81" name="Footer Placeholder 80">
            <a:extLst>
              <a:ext uri="{FF2B5EF4-FFF2-40B4-BE49-F238E27FC236}">
                <a16:creationId xmlns:a16="http://schemas.microsoft.com/office/drawing/2014/main" id="{E94F1D24-E4A1-4B59-B57E-A28453963B8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82" name="Slide Number Placeholder 81">
            <a:extLst>
              <a:ext uri="{FF2B5EF4-FFF2-40B4-BE49-F238E27FC236}">
                <a16:creationId xmlns:a16="http://schemas.microsoft.com/office/drawing/2014/main" id="{CE36A058-BEC2-4BC5-A467-F2EB2A36505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EA1ACF-CF8C-9EE1-5B8A-2C816535414B}"/>
              </a:ext>
            </a:extLst>
          </p:cNvPr>
          <p:cNvSpPr txBox="1"/>
          <p:nvPr/>
        </p:nvSpPr>
        <p:spPr>
          <a:xfrm>
            <a:off x="1039001" y="1183776"/>
            <a:ext cx="5705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Representation (IR)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4FCAAA-507C-0513-C4FA-C97989B9B951}"/>
              </a:ext>
            </a:extLst>
          </p:cNvPr>
          <p:cNvSpPr txBox="1"/>
          <p:nvPr/>
        </p:nvSpPr>
        <p:spPr>
          <a:xfrm>
            <a:off x="964276" y="2194560"/>
            <a:ext cx="6184669" cy="3586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 is an internal form of a program.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separates source-language details from target hardware.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simplifies optimization and code generation.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Three-address code is one common IR format.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t1 = a + b followed by c = t1 * 2.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6AB11F35-7AFB-4AC8-3555-306FC8A0F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6710" y="1600025"/>
            <a:ext cx="4760244" cy="3847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ACA2A-6BBE-47CF-B76F-F56C9DBF77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A095E-DB05-47EC-A2D5-47398A4A0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E66474-A960-8CC1-5EDB-4360E030FAD8}"/>
              </a:ext>
            </a:extLst>
          </p:cNvPr>
          <p:cNvSpPr txBox="1"/>
          <p:nvPr/>
        </p:nvSpPr>
        <p:spPr>
          <a:xfrm>
            <a:off x="926689" y="1043007"/>
            <a:ext cx="73082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Allocation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C8BE2E-DF11-D1F2-B589-1C7BCDDEFBAD}"/>
              </a:ext>
            </a:extLst>
          </p:cNvPr>
          <p:cNvSpPr txBox="1"/>
          <p:nvPr/>
        </p:nvSpPr>
        <p:spPr>
          <a:xfrm>
            <a:off x="838199" y="1879044"/>
            <a:ext cx="6496666" cy="419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registers provide fast access to frequently used data.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compiler determines which values should be stored in registers.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considers how long each value is needed and whether values are used simultaneously.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registers are insufficient, some values may be stored in memory, a process commonly called spilling.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register allocation reduces memory access and improves performance.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B61D7BD-3381-4981-B0F1-A974BA6F7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9330" y="1879044"/>
            <a:ext cx="4237804" cy="359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Date Placeholder 31">
            <a:extLst>
              <a:ext uri="{FF2B5EF4-FFF2-40B4-BE49-F238E27FC236}">
                <a16:creationId xmlns:a16="http://schemas.microsoft.com/office/drawing/2014/main" id="{D5DB19F8-B538-4965-BA90-ED372B99F5DC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5C44B1-BA82-483C-BD91-F89067442F9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FDC59D5-159E-7F0C-DA79-6CB7A2CC1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8" y="1818773"/>
            <a:ext cx="4512458" cy="365779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C629378-6FA7-1C00-F697-205878618AEC}"/>
              </a:ext>
            </a:extLst>
          </p:cNvPr>
          <p:cNvSpPr txBox="1"/>
          <p:nvPr/>
        </p:nvSpPr>
        <p:spPr>
          <a:xfrm>
            <a:off x="798022" y="714895"/>
            <a:ext cx="62012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083CEC-5E9B-B2B1-97D2-78A55466DD02}"/>
              </a:ext>
            </a:extLst>
          </p:cNvPr>
          <p:cNvSpPr txBox="1"/>
          <p:nvPr/>
        </p:nvSpPr>
        <p:spPr>
          <a:xfrm>
            <a:off x="931025" y="1425481"/>
            <a:ext cx="5745078" cy="1289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compiler back-end design, memory management involves assigning and organizing storage locations for variables, temporary values, and other program data.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F3BF86E-6D06-B093-6D28-867A28CC127F}"/>
              </a:ext>
            </a:extLst>
          </p:cNvPr>
          <p:cNvSpPr txBox="1"/>
          <p:nvPr/>
        </p:nvSpPr>
        <p:spPr>
          <a:xfrm>
            <a:off x="931025" y="2901918"/>
            <a:ext cx="5745078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where program values are stored when registers are not used.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allocation of stack locations for local variables and function-call data.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storage requirements for temporary values.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Considers the target architecture's memory layout and alignment requirements.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with register allocation to use available resources efficiently.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9393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C22D8C-87A6-47AD-8D29-FBBA539EDB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346909-C2E0-4F1D-90FC-F5E1D8DFB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02F21-4E3C-469E-B11C-921423108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57853A52-9D62-66ED-B012-418B8FB49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0153" y="1664154"/>
            <a:ext cx="4464791" cy="4205704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708E3AA6-DA3C-9A99-7210-F2CFABF50A6E}"/>
              </a:ext>
            </a:extLst>
          </p:cNvPr>
          <p:cNvSpPr txBox="1"/>
          <p:nvPr/>
        </p:nvSpPr>
        <p:spPr>
          <a:xfrm>
            <a:off x="838200" y="764771"/>
            <a:ext cx="55293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Back-End Optimization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54EAD47-80D0-5CA4-EEC2-450E99A198CE}"/>
              </a:ext>
            </a:extLst>
          </p:cNvPr>
          <p:cNvSpPr txBox="1"/>
          <p:nvPr/>
        </p:nvSpPr>
        <p:spPr>
          <a:xfrm>
            <a:off x="838200" y="1546167"/>
            <a:ext cx="5811982" cy="1289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Back-end optimization improves the efficiency of target-specific code while preserving the program's intended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1CF6E5C-FB91-FC80-1C47-CBEE630F81B2}"/>
              </a:ext>
            </a:extLst>
          </p:cNvPr>
          <p:cNvSpPr txBox="1"/>
          <p:nvPr/>
        </p:nvSpPr>
        <p:spPr>
          <a:xfrm>
            <a:off x="816725" y="3075939"/>
            <a:ext cx="5529349" cy="3782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unnecessary target instructions where possible.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 instruction sequences.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redundant register transfers and memory operations.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reduce code size or improve execution speed.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Considers the features and limitations of the target processor.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854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2600B4-5BE8-447C-8531-6CD75CB457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7076FA-2B16-4A6F-9631-8D175CE78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88B044-C125-4F21-B6E1-ECBEB976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8F823A-E7BB-4668-930B-C119B7771E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178143" y="0"/>
            <a:ext cx="2013857" cy="14151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173C4F3-0B20-4720-9910-82CE4DCE4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752114" y="0"/>
            <a:ext cx="3439886" cy="5769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693BBAAE-8B0F-93CC-6A17-8BFABF3C7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8945" y="1618636"/>
            <a:ext cx="4615426" cy="369602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1347502-0105-E5A6-8EB6-0E4079471329}"/>
              </a:ext>
            </a:extLst>
          </p:cNvPr>
          <p:cNvSpPr txBox="1"/>
          <p:nvPr/>
        </p:nvSpPr>
        <p:spPr>
          <a:xfrm>
            <a:off x="838200" y="831273"/>
            <a:ext cx="6111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Dependency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76D652-5E5C-772C-BA7B-E0F1BA295744}"/>
              </a:ext>
            </a:extLst>
          </p:cNvPr>
          <p:cNvSpPr txBox="1"/>
          <p:nvPr/>
        </p:nvSpPr>
        <p:spPr>
          <a:xfrm>
            <a:off x="838200" y="1618636"/>
            <a:ext cx="5645727" cy="4716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back-end depends on the target processor's architecture.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processors support different instruction sets.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availability and addressing modes may differ.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intermediate code can target different processors.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x86-64 and ARM architectures.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871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3B6BDC-0568-466F-91ED-52067B366C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A559BE-816C-475D-9ADA-DDFDF14A4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97536-70D1-46C0-A2A2-51A6BB21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282AD0C-75E8-5E98-A35C-9BB21B6B3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0095" y="1653386"/>
            <a:ext cx="3748547" cy="355122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FD89769-232D-29BD-EBEE-8C3954D73B2E}"/>
              </a:ext>
            </a:extLst>
          </p:cNvPr>
          <p:cNvSpPr txBox="1"/>
          <p:nvPr/>
        </p:nvSpPr>
        <p:spPr>
          <a:xfrm>
            <a:off x="838200" y="427444"/>
            <a:ext cx="6410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and Challenges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A0F2A2-238D-88DF-1F53-523DD402CBC9}"/>
              </a:ext>
            </a:extLst>
          </p:cNvPr>
          <p:cNvSpPr txBox="1"/>
          <p:nvPr/>
        </p:nvSpPr>
        <p:spPr>
          <a:xfrm>
            <a:off x="838200" y="1283835"/>
            <a:ext cx="6061364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systems and system software.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systems and microcontrollers.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and desktop applications.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engines and high-performance computing.</a:t>
            </a:r>
          </a:p>
          <a:p>
            <a:pPr lvl="0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Balancing execution speed and code size.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limited CPU registers.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Supporting different processor architectures.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Preserving program correctness during optimization.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6997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F9CC1F-102C-49CC-B646-8E6826368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808A03-6EC3-48BE-9D18-5A746D092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868410-BE8A-4C98-9C72-20D0A2A6A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2973097-0D70-952F-D6D9-A0384C9573C6}"/>
              </a:ext>
            </a:extLst>
          </p:cNvPr>
          <p:cNvSpPr txBox="1"/>
          <p:nvPr/>
        </p:nvSpPr>
        <p:spPr>
          <a:xfrm>
            <a:off x="838200" y="548640"/>
            <a:ext cx="59449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E1CD9D3-349D-0D5C-3461-E85C605C2E14}"/>
              </a:ext>
            </a:extLst>
          </p:cNvPr>
          <p:cNvSpPr txBox="1"/>
          <p:nvPr/>
        </p:nvSpPr>
        <p:spPr>
          <a:xfrm>
            <a:off x="980902" y="1512916"/>
            <a:ext cx="8927869" cy="4613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compiler back-end plays an important role in converting intermediate code into target code.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performs instruction selection, register allocation, memory management, and instruction scheduling.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Back-end optimization reduces unnecessary instructions and improves code efficiency.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Target-code generation produces instructions suitable for the target processor.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back-end considers processor architecture, available registers, and memory requirements.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back-end design improves execution speed and can reduce code size.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compiler back-end helps generate efficient and reliable machine-level code.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453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EAE813CF-54DA-4694-50BD-7DBFCBEBA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96A850A9-F257-1B05-33F9-2302A4CB1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27776909-1BFB-266E-B9D1-5DFCF3AEE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11</a:t>
            </a:fld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FE2F36B-B463-38DD-B255-F13BC9B23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523" y="0"/>
            <a:ext cx="93504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837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8C8B5-F6EC-489B-BD0F-CD89A73CAB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EA823-8519-4F9D-81FA-367313107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FF51B-0E28-4171-AE7C-A31AAB42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BC6D86-540D-D4E6-436D-4CB12A452F49}"/>
              </a:ext>
            </a:extLst>
          </p:cNvPr>
          <p:cNvSpPr txBox="1"/>
          <p:nvPr/>
        </p:nvSpPr>
        <p:spPr>
          <a:xfrm>
            <a:off x="3885306" y="2219182"/>
            <a:ext cx="7797338" cy="1209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920173932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light sales pitch</Template>
  <TotalTime>134</TotalTime>
  <Words>639</Words>
  <Application>Microsoft Office PowerPoint</Application>
  <PresentationFormat>Widescreen</PresentationFormat>
  <Paragraphs>106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Tenorite</vt:lpstr>
      <vt:lpstr>Times New Roman</vt:lpstr>
      <vt:lpstr>Wingdings</vt:lpstr>
      <vt:lpstr>Monoline</vt:lpstr>
      <vt:lpstr>PowerPoint Presentation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Keerthii Sekar</dc:creator>
  <cp:lastModifiedBy>Keerthii Sekar</cp:lastModifiedBy>
  <cp:revision>2</cp:revision>
  <dcterms:created xsi:type="dcterms:W3CDTF">2026-10-12T09:17:30Z</dcterms:created>
  <dcterms:modified xsi:type="dcterms:W3CDTF">2026-10-13T08:33:47Z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